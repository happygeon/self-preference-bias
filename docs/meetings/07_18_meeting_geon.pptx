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6" r:id="rId3"/>
    <p:sldId id="277" r:id="rId4"/>
    <p:sldId id="281" r:id="rId5"/>
    <p:sldId id="282" r:id="rId6"/>
    <p:sldId id="283" r:id="rId7"/>
    <p:sldId id="268" r:id="rId8"/>
    <p:sldId id="272" r:id="rId9"/>
    <p:sldId id="278" r:id="rId10"/>
    <p:sldId id="279" r:id="rId11"/>
    <p:sldId id="280" r:id="rId12"/>
    <p:sldId id="27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>
        <p:scale>
          <a:sx n="100" d="100"/>
          <a:sy n="100" d="100"/>
        </p:scale>
        <p:origin x="7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5.0172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html/2410.21819v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25.07.11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32D14-5062-0D0C-BC7B-4B686E2A1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C5E34-5291-DE9B-8430-FA9CD211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4129E0-E41E-CF6B-9D43-9915030ED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Stureborg</a:t>
            </a:r>
            <a:r>
              <a:rPr lang="en-US" altLang="ko-KR" dirty="0"/>
              <a:t> et al.,(2024)</a:t>
            </a:r>
          </a:p>
          <a:p>
            <a:pPr lvl="1"/>
            <a:r>
              <a:rPr lang="en-US" altLang="ko-KR" dirty="0">
                <a:hlinkClick r:id="rId2"/>
              </a:rPr>
              <a:t>https://arxiv.org/pdf/2405.01724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Used the </a:t>
            </a:r>
            <a:r>
              <a:rPr lang="en-US" altLang="ko-KR" dirty="0" err="1"/>
              <a:t>SummEval</a:t>
            </a:r>
            <a:r>
              <a:rPr lang="en-US" altLang="ko-KR" dirty="0"/>
              <a:t> dataset w. human-annotated summaries.</a:t>
            </a:r>
          </a:p>
          <a:p>
            <a:pPr lvl="1"/>
            <a:r>
              <a:rPr lang="ko-KR" altLang="en-US" sz="1500" dirty="0"/>
              <a:t>*</a:t>
            </a:r>
            <a:r>
              <a:rPr lang="en-US" altLang="ko-KR" sz="1500" dirty="0"/>
              <a:t>only single scoring </a:t>
            </a:r>
            <a:r>
              <a:rPr lang="en-US" altLang="ko-KR" sz="1500" dirty="0" err="1"/>
              <a:t>w.o.</a:t>
            </a:r>
            <a:r>
              <a:rPr lang="en-US" altLang="ko-KR" sz="1500" dirty="0"/>
              <a:t> pair-wise</a:t>
            </a:r>
          </a:p>
          <a:p>
            <a:r>
              <a:rPr lang="en-US" altLang="ko-KR" dirty="0"/>
              <a:t>Evaluated using GPT-3 and GPT-4 as evaluators.</a:t>
            </a:r>
          </a:p>
          <a:p>
            <a:r>
              <a:rPr lang="en-US" altLang="ko-KR" dirty="0"/>
              <a:t>For each summary:</a:t>
            </a:r>
          </a:p>
          <a:p>
            <a:pPr lvl="1"/>
            <a:r>
              <a:rPr lang="en-US" altLang="ko-KR" dirty="0"/>
              <a:t>Evaluation score (on a 1–5 scale).</a:t>
            </a:r>
          </a:p>
          <a:p>
            <a:pPr lvl="1"/>
            <a:r>
              <a:rPr lang="en-US" altLang="ko-KR" dirty="0"/>
              <a:t>Measured the perplexity.</a:t>
            </a:r>
          </a:p>
        </p:txBody>
      </p:sp>
    </p:spTree>
    <p:extLst>
      <p:ext uri="{BB962C8B-B14F-4D97-AF65-F5344CB8AC3E}">
        <p14:creationId xmlns:p14="http://schemas.microsoft.com/office/powerpoint/2010/main" val="349505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4F28-F76A-A60B-97AC-513759C0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FA9C6-96E6-E03B-E258-67055ABD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42F513-8642-534E-F6DF-64D76BD52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Result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2500" dirty="0"/>
              <a:t>Lower perplexity → Higher evaluation score</a:t>
            </a:r>
          </a:p>
          <a:p>
            <a:r>
              <a:rPr lang="en-US" altLang="ko-KR" sz="2500" dirty="0"/>
              <a:t>Reflects a preference for familiar or more predictable text</a:t>
            </a:r>
          </a:p>
          <a:p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A5216A5-6D68-BA64-79AF-3C8BC8F31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681838"/>
              </p:ext>
            </p:extLst>
          </p:nvPr>
        </p:nvGraphicFramePr>
        <p:xfrm>
          <a:off x="838200" y="2316480"/>
          <a:ext cx="412435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178">
                  <a:extLst>
                    <a:ext uri="{9D8B030D-6E8A-4147-A177-3AD203B41FA5}">
                      <a16:colId xmlns:a16="http://schemas.microsoft.com/office/drawing/2014/main" val="2165055116"/>
                    </a:ext>
                  </a:extLst>
                </a:gridCol>
                <a:gridCol w="2062178">
                  <a:extLst>
                    <a:ext uri="{9D8B030D-6E8A-4147-A177-3AD203B41FA5}">
                      <a16:colId xmlns:a16="http://schemas.microsoft.com/office/drawing/2014/main" val="2885953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Mean perplexity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880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8.42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37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7.53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609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7.33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56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6.44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79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5.51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863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75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48D5-C9CB-27DA-BA36-0DDA1C48A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C2740-8B07-A9A9-7159-75D4D293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F2587-C066-240A-C6A0-D857378E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Wataoka et al. (2024)</a:t>
            </a:r>
          </a:p>
          <a:p>
            <a:pPr lvl="1"/>
            <a:r>
              <a:rPr lang="en-US" altLang="ko-KR" dirty="0">
                <a:hlinkClick r:id="rId2"/>
              </a:rPr>
              <a:t>https://arxiv.org/html/2410.21819v1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Used the Chatbot Arena dataset</a:t>
            </a:r>
            <a:r>
              <a:rPr lang="en-US" altLang="ko-KR" sz="1500" dirty="0"/>
              <a:t> w. pair-wise</a:t>
            </a:r>
          </a:p>
          <a:p>
            <a:endParaRPr lang="en-US" altLang="ko-KR" sz="1500" dirty="0"/>
          </a:p>
          <a:p>
            <a:r>
              <a:rPr lang="en-US" altLang="ko-KR" dirty="0"/>
              <a:t>Evaluated GPT-3.5 turbo, GPT-4 and others.</a:t>
            </a:r>
          </a:p>
          <a:p>
            <a:r>
              <a:rPr lang="en-US" altLang="ko-KR" dirty="0"/>
              <a:t>For each summary:</a:t>
            </a:r>
          </a:p>
          <a:p>
            <a:pPr lvl="1"/>
            <a:r>
              <a:rPr lang="en-US" altLang="ko-KR" dirty="0"/>
              <a:t>Pair-wise evaluation</a:t>
            </a:r>
          </a:p>
          <a:p>
            <a:pPr lvl="1"/>
            <a:r>
              <a:rPr lang="en-US" altLang="ko-KR" dirty="0"/>
              <a:t>Measured the perplexity.</a:t>
            </a:r>
          </a:p>
        </p:txBody>
      </p:sp>
    </p:spTree>
    <p:extLst>
      <p:ext uri="{BB962C8B-B14F-4D97-AF65-F5344CB8AC3E}">
        <p14:creationId xmlns:p14="http://schemas.microsoft.com/office/powerpoint/2010/main" val="353535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9008-1774-1044-AA49-49F16669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D7177-A107-BAAA-D59A-4D1E8E6D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EB2730-20C1-9F4C-3883-E71C909C6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Result</a:t>
            </a:r>
          </a:p>
          <a:p>
            <a:r>
              <a:rPr lang="en-US" altLang="ko-KR" dirty="0"/>
              <a:t>Correlation of perplexity &amp; pair-wise win rate</a:t>
            </a:r>
          </a:p>
          <a:p>
            <a:endParaRPr lang="en-US" altLang="ko-KR" dirty="0"/>
          </a:p>
        </p:txBody>
      </p:sp>
      <p:pic>
        <p:nvPicPr>
          <p:cNvPr id="1026" name="Picture 2" descr="캡션을 참조하세요">
            <a:extLst>
              <a:ext uri="{FF2B5EF4-FFF2-40B4-BE49-F238E27FC236}">
                <a16:creationId xmlns:a16="http://schemas.microsoft.com/office/drawing/2014/main" id="{A4C3BBF3-65B6-0CB6-1D69-AB2E6B08D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342" y="2845756"/>
            <a:ext cx="5771316" cy="401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31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6DFB-569D-C1D5-F6FE-AEB4E61D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1466F-884C-396D-88B1-20C57A91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Paper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92219-4A75-F16A-0D3C-F79989A94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Result</a:t>
            </a:r>
          </a:p>
          <a:p>
            <a:r>
              <a:rPr lang="en-US" altLang="ko-KR" sz="2500" dirty="0"/>
              <a:t>LLM evaluators assign higher ratings to texts with lower perplexity</a:t>
            </a:r>
          </a:p>
          <a:p>
            <a:r>
              <a:rPr lang="en-US" altLang="ko-KR" sz="2500" dirty="0"/>
              <a:t>regardless of whether the text was self-generated or produced by other models.</a:t>
            </a:r>
          </a:p>
          <a:p>
            <a:endParaRPr lang="en-US" altLang="ko-KR" dirty="0"/>
          </a:p>
        </p:txBody>
      </p:sp>
      <p:pic>
        <p:nvPicPr>
          <p:cNvPr id="2050" name="Picture 2" descr="캡션을 참조하세요">
            <a:extLst>
              <a:ext uri="{FF2B5EF4-FFF2-40B4-BE49-F238E27FC236}">
                <a16:creationId xmlns:a16="http://schemas.microsoft.com/office/drawing/2014/main" id="{05BD6AE8-6306-01D1-5D89-2176677CD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453" y="3429000"/>
            <a:ext cx="494109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65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607B3-EAC4-C0FD-840F-E5935A0F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630D30-C5C4-776E-9967-309EF229D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Benchmark: </a:t>
            </a:r>
            <a:r>
              <a:rPr lang="en-US" altLang="ko-KR" dirty="0" err="1"/>
              <a:t>AlpacaEval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Only pair-wise test(A/B test)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dirty="0"/>
              <a:t>Models:</a:t>
            </a:r>
          </a:p>
          <a:p>
            <a:pPr lvl="1"/>
            <a:r>
              <a:rPr lang="en-US" altLang="ko-KR" dirty="0"/>
              <a:t>Llama3</a:t>
            </a:r>
          </a:p>
          <a:p>
            <a:pPr lvl="1"/>
            <a:r>
              <a:rPr lang="en-US" altLang="ko-KR" dirty="0"/>
              <a:t>Mistral</a:t>
            </a:r>
          </a:p>
          <a:p>
            <a:pPr lvl="1"/>
            <a:r>
              <a:rPr lang="en-US" altLang="ko-KR" dirty="0"/>
              <a:t>Qwen2.5</a:t>
            </a:r>
          </a:p>
        </p:txBody>
      </p:sp>
    </p:spTree>
    <p:extLst>
      <p:ext uri="{BB962C8B-B14F-4D97-AF65-F5344CB8AC3E}">
        <p14:creationId xmlns:p14="http://schemas.microsoft.com/office/powerpoint/2010/main" val="239766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35F37-B8A8-F270-7E94-8FDF43A6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26871A0-E85C-D87E-B2D2-CF8BE5F8424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Llama3</a:t>
            </a:r>
          </a:p>
          <a:p>
            <a:pPr lvl="1"/>
            <a:r>
              <a:rPr lang="en-US" altLang="ko-KR" dirty="0"/>
              <a:t>Salesforce/LLaMA-3-8B-SFR-Iterative-DPO-R (A)</a:t>
            </a:r>
          </a:p>
          <a:p>
            <a:pPr lvl="1"/>
            <a:r>
              <a:rPr lang="en-US" altLang="ko-KR" dirty="0" err="1"/>
              <a:t>OpenRLHF</a:t>
            </a:r>
            <a:r>
              <a:rPr lang="en-US" altLang="ko-KR" dirty="0"/>
              <a:t>/Llama-3-8b-iter-dpo-179k (B)</a:t>
            </a:r>
          </a:p>
          <a:p>
            <a:pPr lvl="1"/>
            <a:endParaRPr lang="en-US" altLang="ko-KR" dirty="0"/>
          </a:p>
        </p:txBody>
      </p:sp>
      <p:pic>
        <p:nvPicPr>
          <p:cNvPr id="11" name="내용 개체 틀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EC4626-E034-D198-DF8A-346CA9059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486411" cy="2286005"/>
          </a:xfr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D7C0DFF-BA1D-9CE0-AB95-557C5992F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29957"/>
              </p:ext>
            </p:extLst>
          </p:nvPr>
        </p:nvGraphicFramePr>
        <p:xfrm>
          <a:off x="7181415" y="4015742"/>
          <a:ext cx="33155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790">
                  <a:extLst>
                    <a:ext uri="{9D8B030D-6E8A-4147-A177-3AD203B41FA5}">
                      <a16:colId xmlns:a16="http://schemas.microsoft.com/office/drawing/2014/main" val="3820177289"/>
                    </a:ext>
                  </a:extLst>
                </a:gridCol>
                <a:gridCol w="1657790">
                  <a:extLst>
                    <a:ext uri="{9D8B030D-6E8A-4147-A177-3AD203B41FA5}">
                      <a16:colId xmlns:a16="http://schemas.microsoft.com/office/drawing/2014/main" val="51123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954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62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non-bias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0308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0E327AC-EE8C-780A-7966-D906735AD162}"/>
              </a:ext>
            </a:extLst>
          </p:cNvPr>
          <p:cNvSpPr txBox="1"/>
          <p:nvPr/>
        </p:nvSpPr>
        <p:spPr>
          <a:xfrm>
            <a:off x="7078306" y="5206724"/>
            <a:ext cx="3521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*</a:t>
            </a:r>
            <a:r>
              <a:rPr lang="en-US" altLang="ko-KR" sz="1000" dirty="0"/>
              <a:t>Bias: Judge prefer itself</a:t>
            </a:r>
          </a:p>
          <a:p>
            <a:r>
              <a:rPr lang="en-US" altLang="ko-KR" sz="1000" dirty="0"/>
              <a:t> non-bias: Judge prefer each other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4546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D70B-4E2A-519A-5FCD-56A46C818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0273D-19A8-89ED-FC68-2A265E74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C8D982C-DAEC-2C66-7F7F-72300145CD5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Mistral</a:t>
            </a:r>
          </a:p>
          <a:p>
            <a:pPr lvl="1"/>
            <a:r>
              <a:rPr lang="en-US" altLang="ko-KR" dirty="0"/>
              <a:t>HuggingFaceH4/zephyr-7b-beta (A)</a:t>
            </a:r>
          </a:p>
          <a:p>
            <a:pPr lvl="1"/>
            <a:r>
              <a:rPr lang="en-US" altLang="ko-KR" dirty="0" err="1"/>
              <a:t>NousResearch</a:t>
            </a:r>
            <a:r>
              <a:rPr lang="en-US" altLang="ko-KR" dirty="0"/>
              <a:t>/Nous-Hermes-2-Mistral-7B-DPO (B)</a:t>
            </a:r>
          </a:p>
          <a:p>
            <a:pPr lvl="1"/>
            <a:endParaRPr lang="en-US" altLang="ko-KR" dirty="0"/>
          </a:p>
        </p:txBody>
      </p:sp>
      <p:pic>
        <p:nvPicPr>
          <p:cNvPr id="11" name="내용 개체 틀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24109B-1368-9F94-1207-0AFA01256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486411" cy="2286005"/>
          </a:xfr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388280-050D-70EC-673D-9E6B02127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486411" cy="228600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5D80B4E-5FBA-1519-945E-096E8E03F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869132"/>
              </p:ext>
            </p:extLst>
          </p:nvPr>
        </p:nvGraphicFramePr>
        <p:xfrm>
          <a:off x="7181415" y="4015742"/>
          <a:ext cx="33155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790">
                  <a:extLst>
                    <a:ext uri="{9D8B030D-6E8A-4147-A177-3AD203B41FA5}">
                      <a16:colId xmlns:a16="http://schemas.microsoft.com/office/drawing/2014/main" val="3820177289"/>
                    </a:ext>
                  </a:extLst>
                </a:gridCol>
                <a:gridCol w="1657790">
                  <a:extLst>
                    <a:ext uri="{9D8B030D-6E8A-4147-A177-3AD203B41FA5}">
                      <a16:colId xmlns:a16="http://schemas.microsoft.com/office/drawing/2014/main" val="51123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954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62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non-bias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030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1B64B2-F481-3D0D-636B-DA6EC1A1C0EB}"/>
              </a:ext>
            </a:extLst>
          </p:cNvPr>
          <p:cNvSpPr txBox="1"/>
          <p:nvPr/>
        </p:nvSpPr>
        <p:spPr>
          <a:xfrm>
            <a:off x="7078306" y="5206724"/>
            <a:ext cx="3521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*</a:t>
            </a:r>
            <a:r>
              <a:rPr lang="en-US" altLang="ko-KR" sz="1000" dirty="0"/>
              <a:t>Bias: Judge prefer itself</a:t>
            </a:r>
          </a:p>
          <a:p>
            <a:r>
              <a:rPr lang="en-US" altLang="ko-KR" sz="1000" dirty="0"/>
              <a:t> non-bias: Judge prefer each other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0868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CABF-B943-F26B-096A-03C5AE84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893AD-AFD4-71AB-9E50-8FBFD38C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2DD068B-1A6B-2784-E900-811F7228BA9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Qwen2.5</a:t>
            </a:r>
          </a:p>
          <a:p>
            <a:pPr lvl="1"/>
            <a:r>
              <a:rPr lang="en-US" altLang="ko-KR" dirty="0" err="1"/>
              <a:t>watermelonhjg</a:t>
            </a:r>
            <a:r>
              <a:rPr lang="en-US" altLang="ko-KR" dirty="0"/>
              <a:t>/Qwen2.5-7B-EN-Zero (A)</a:t>
            </a:r>
          </a:p>
          <a:p>
            <a:pPr lvl="1"/>
            <a:r>
              <a:rPr lang="en-US" altLang="ko-KR" dirty="0" err="1"/>
              <a:t>xwen</a:t>
            </a:r>
            <a:r>
              <a:rPr lang="en-US" altLang="ko-KR" dirty="0"/>
              <a:t>-team/Xwen-7B-Chat (B)</a:t>
            </a:r>
          </a:p>
          <a:p>
            <a:pPr lvl="1"/>
            <a:endParaRPr lang="en-US" altLang="ko-KR" dirty="0"/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CFB34A-2E00-7BFD-EDCE-09644024E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486411" cy="2286005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1DD743F-7372-C0DC-24B6-13FB9DE67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647819"/>
              </p:ext>
            </p:extLst>
          </p:nvPr>
        </p:nvGraphicFramePr>
        <p:xfrm>
          <a:off x="7181415" y="4015742"/>
          <a:ext cx="33155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790">
                  <a:extLst>
                    <a:ext uri="{9D8B030D-6E8A-4147-A177-3AD203B41FA5}">
                      <a16:colId xmlns:a16="http://schemas.microsoft.com/office/drawing/2014/main" val="3820177289"/>
                    </a:ext>
                  </a:extLst>
                </a:gridCol>
                <a:gridCol w="1657790">
                  <a:extLst>
                    <a:ext uri="{9D8B030D-6E8A-4147-A177-3AD203B41FA5}">
                      <a16:colId xmlns:a16="http://schemas.microsoft.com/office/drawing/2014/main" val="51123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954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62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non-bias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030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A095F7E-3C9D-334D-E4A5-3DF07B9BFAD5}"/>
              </a:ext>
            </a:extLst>
          </p:cNvPr>
          <p:cNvSpPr txBox="1"/>
          <p:nvPr/>
        </p:nvSpPr>
        <p:spPr>
          <a:xfrm>
            <a:off x="7078306" y="5206724"/>
            <a:ext cx="3521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*</a:t>
            </a:r>
            <a:r>
              <a:rPr lang="en-US" altLang="ko-KR" sz="1000" dirty="0"/>
              <a:t>Bias: Judge prefer itself</a:t>
            </a:r>
          </a:p>
          <a:p>
            <a:r>
              <a:rPr lang="en-US" altLang="ko-KR" sz="1000" dirty="0"/>
              <a:t> non-bias: Judge prefer each other</a:t>
            </a:r>
            <a:endParaRPr lang="ko-KR" altLang="en-US" sz="1000" dirty="0"/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B3D044-DF86-CD27-F6EC-A6B9937D2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428999"/>
            <a:ext cx="5486411" cy="22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52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FAC3-8C75-4FAC-45CB-0F80B416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7F955-D8A3-04DF-CC15-034B3A63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9B09C87-CF00-0D8E-84B7-C0736C183D9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Llama3 (DPO base)</a:t>
            </a:r>
          </a:p>
          <a:p>
            <a:pPr lvl="1"/>
            <a:r>
              <a:rPr lang="en-US" altLang="ko-KR" dirty="0"/>
              <a:t>Meta-Llama-3-8B-Instruct (A)</a:t>
            </a:r>
          </a:p>
          <a:p>
            <a:pPr lvl="1"/>
            <a:r>
              <a:rPr lang="en-US" altLang="ko-KR" dirty="0"/>
              <a:t>Meta-Llama-3-8B (B)</a:t>
            </a:r>
          </a:p>
          <a:p>
            <a:pPr lvl="1"/>
            <a:endParaRPr lang="en-US" altLang="ko-KR" dirty="0"/>
          </a:p>
        </p:txBody>
      </p:sp>
      <p:pic>
        <p:nvPicPr>
          <p:cNvPr id="11" name="내용 개체 틀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F25F92-0F13-F0CB-AF60-68064DC4B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486411" cy="2286005"/>
          </a:xfr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967FAA-C465-44A3-7A59-2A689340D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486411" cy="2286005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4CA74E-63AE-5385-B1AF-DD69EE93D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486411" cy="2286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AF081C-8458-4FE7-7064-2AC417ACB7D6}"/>
              </a:ext>
            </a:extLst>
          </p:cNvPr>
          <p:cNvSpPr txBox="1"/>
          <p:nvPr/>
        </p:nvSpPr>
        <p:spPr>
          <a:xfrm>
            <a:off x="838200" y="5452945"/>
            <a:ext cx="3521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*</a:t>
            </a:r>
            <a:r>
              <a:rPr lang="en-US" altLang="ko-KR" sz="1000" dirty="0"/>
              <a:t>B judge</a:t>
            </a:r>
            <a:r>
              <a:rPr lang="ko-KR" altLang="en-US" sz="1000" dirty="0"/>
              <a:t>의 표본 수는 적음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51BC83F-8DC1-C174-5612-6F13F940D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425115"/>
              </p:ext>
            </p:extLst>
          </p:nvPr>
        </p:nvGraphicFramePr>
        <p:xfrm>
          <a:off x="7181415" y="4015742"/>
          <a:ext cx="331558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790">
                  <a:extLst>
                    <a:ext uri="{9D8B030D-6E8A-4147-A177-3AD203B41FA5}">
                      <a16:colId xmlns:a16="http://schemas.microsoft.com/office/drawing/2014/main" val="3820177289"/>
                    </a:ext>
                  </a:extLst>
                </a:gridCol>
                <a:gridCol w="1657790">
                  <a:extLst>
                    <a:ext uri="{9D8B030D-6E8A-4147-A177-3AD203B41FA5}">
                      <a16:colId xmlns:a16="http://schemas.microsoft.com/office/drawing/2014/main" val="511238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954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062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non-bias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030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199B97A-13C3-0FF0-30F0-9700042BCA60}"/>
              </a:ext>
            </a:extLst>
          </p:cNvPr>
          <p:cNvSpPr txBox="1"/>
          <p:nvPr/>
        </p:nvSpPr>
        <p:spPr>
          <a:xfrm>
            <a:off x="7078306" y="5206724"/>
            <a:ext cx="3521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*</a:t>
            </a:r>
            <a:r>
              <a:rPr lang="en-US" altLang="ko-KR" sz="1000" dirty="0"/>
              <a:t>Bias: Judge prefer itself</a:t>
            </a:r>
          </a:p>
          <a:p>
            <a:r>
              <a:rPr lang="en-US" altLang="ko-KR" sz="1000" dirty="0"/>
              <a:t> non-bias: Judge prefer each other</a:t>
            </a:r>
            <a:endParaRPr lang="ko-KR" altLang="en-US" sz="1000" dirty="0"/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A0C3B4-990B-CE70-F308-269A66FA6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428999"/>
            <a:ext cx="5486411" cy="2286005"/>
          </a:xfrm>
          <a:prstGeom prst="rect">
            <a:avLst/>
          </a:prstGeom>
        </p:spPr>
      </p:pic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C02603-16E5-87C8-C297-800FE9273C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428999"/>
            <a:ext cx="5486411" cy="22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B44B-8B91-494F-D735-ACB49C43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A3954-8D73-C318-94D7-1A025A28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D64EF-5729-DC36-6E1F-5F943F12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Different method of tuning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데이터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학습 방법에 따른 정도의 차이 존재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Bias</a:t>
            </a:r>
            <a:r>
              <a:rPr lang="ko-KR" altLang="en-US" dirty="0">
                <a:sym typeface="Wingdings" panose="05000000000000000000" pitchFamily="2" charset="2"/>
              </a:rPr>
              <a:t>의 경향성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DPO base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Base/</a:t>
            </a:r>
            <a:r>
              <a:rPr lang="en-US" altLang="ko-KR" dirty="0" err="1">
                <a:sym typeface="Wingdings" panose="05000000000000000000" pitchFamily="2" charset="2"/>
              </a:rPr>
              <a:t>inst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모델의 확률 차이에 따른 </a:t>
            </a:r>
            <a:r>
              <a:rPr lang="en-US" altLang="ko-KR" dirty="0">
                <a:sym typeface="Wingdings" panose="05000000000000000000" pitchFamily="2" charset="2"/>
              </a:rPr>
              <a:t>reward </a:t>
            </a:r>
            <a:r>
              <a:rPr lang="ko-KR" altLang="en-US" dirty="0">
                <a:sym typeface="Wingdings" panose="05000000000000000000" pitchFamily="2" charset="2"/>
              </a:rPr>
              <a:t>계산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Pair-wise test</a:t>
            </a:r>
            <a:r>
              <a:rPr lang="ko-KR" altLang="en-US" dirty="0">
                <a:sym typeface="Wingdings" panose="05000000000000000000" pitchFamily="2" charset="2"/>
              </a:rPr>
              <a:t>에서의 선호 차이와의 상관관계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CB35D3-DF76-A8D4-509E-1BD397006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923" y="4727094"/>
            <a:ext cx="3410426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79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359</Words>
  <Application>Microsoft Office PowerPoint</Application>
  <PresentationFormat>와이드스크린</PresentationFormat>
  <Paragraphs>113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Weekly Meeting</vt:lpstr>
      <vt:lpstr>Paper review</vt:lpstr>
      <vt:lpstr>Paper review</vt:lpstr>
      <vt:lpstr>Paper review</vt:lpstr>
      <vt:lpstr>Paper review</vt:lpstr>
      <vt:lpstr>Paper review</vt:lpstr>
      <vt:lpstr>Experiment setting</vt:lpstr>
      <vt:lpstr>Result</vt:lpstr>
      <vt:lpstr>Result</vt:lpstr>
      <vt:lpstr>Result</vt:lpstr>
      <vt:lpstr>Result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Geon Lee</cp:lastModifiedBy>
  <cp:revision>31</cp:revision>
  <dcterms:created xsi:type="dcterms:W3CDTF">2025-06-26T16:03:04Z</dcterms:created>
  <dcterms:modified xsi:type="dcterms:W3CDTF">2025-07-18T04:35:21Z</dcterms:modified>
</cp:coreProperties>
</file>