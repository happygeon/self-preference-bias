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C7D9B-E924-4A95-A6FF-6E00A8D60F6F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5775D-1477-42BE-8059-339070114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705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35775D-1477-42BE-8059-339070114A7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11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9E2D4-3799-8446-C11B-DD8C69BC9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9718CA-CA72-F865-D388-C94F0AF41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A4ACD5-6768-9A7E-D09B-54BA683B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2967F6-FC42-F836-DB48-F8651E6E0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8C7709-CBF2-17B4-1972-335D4CC0C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30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DC200-988F-06F6-0BB2-DD7407438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B6DA67-F866-FCFE-5210-DF9B44426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E6C79B-D209-B327-F125-F29E0C9AB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D492DE-2C54-916A-8B4B-8C753888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2AF06B-326E-27F9-6DCA-F353FAB4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393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DE522-0032-2DE7-FFBE-874986F8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64F144-BD17-9790-F053-4AA5BFF7E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B6A44-3421-8A7A-E1FE-1580E88B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85004A-1570-F75F-724A-E7DFB202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F84123-6CAB-47BE-1693-9B6FE91A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32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AEFF6-A3FC-B776-5F8D-82B282E5D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3F46D8-7BB4-DC26-6D45-32CC146B2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CB7BF0-5C89-B9B2-984B-A2E28BC2D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E3B1C5-0460-E01D-0571-6ADB87AD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7EBC8D-EA72-B88B-D662-ADFA2711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AF61A1-F746-2684-3E75-AA5D9B56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729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F158F-7C44-5504-DEAF-29F240D41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589099-AA58-49C5-2AC1-139EBD1C3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DB604F-3900-F9DA-4480-C9FC31DAA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BB3539-C513-272F-9D98-671B16909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D6872E-0E38-C2D4-AC3C-1865D33D9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201F8D-A6F6-F892-F155-40B64FC9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F226E72-4853-7FBE-4C01-062518790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CAE323-2C16-7731-DAF2-A492C1DE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97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24CAB-F2CB-A160-A3D6-632E7B5D0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297E10E-7E5C-E7C0-17B5-6BB6A883E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1C545C-FCF3-9CE0-351F-AA1BA0692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C7640A-1186-67D0-4F90-A79023EE0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7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6BD943-3CCD-C33E-1CAE-E04DA38EB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B53836-5E94-D35F-5DB6-F2C34F89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8A5F50-BCE8-3DC4-C44B-1CD070FF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483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8176E-AEE9-AA3A-B360-07D582500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33E146-851A-B250-E129-E5062338D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BC8337-1683-72BA-702B-8E1EEEF65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3EFA3A-AD30-F09D-2C0E-21BA60B23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017489-798A-8DA7-766C-4B6DC3491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7E297D-AA6A-0DAA-AB02-12A172DE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76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E63A8-740C-5FE7-FA44-B650CED4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7E5877-0F7C-750E-B416-0FA3F05036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A9DBAE-4D99-1ABF-955D-BD6F35B8F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544E31-1EF2-9A5B-A008-C98742A24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18FF2F-D03C-A8C8-32C7-2BA261E8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0D56E4-DFAF-E529-5902-45DC399B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77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B365D-DEEB-FF48-15B5-75AABF80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7EEBB2-2B6D-6897-BDB4-AC45CE17C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5A4C04-CC3E-F929-3F5B-8B4A6C9E0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04D9D0-A5B4-4660-3C44-EE80A545C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1BA962-A5BD-44D1-B9F6-A6152529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930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3180A5-77CD-9351-C55F-B1568DCB3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014B06-9952-F68D-5005-DC9CE9199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781C56-0C38-562A-6A76-CDC48937F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2F73F4-EE93-549B-3BC1-BB0AB3EB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2A9684-A54D-82CE-0705-58C0DB13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57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59C8442-983A-340A-7304-4A797A22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3C7A4A-0A59-2125-8A88-028F82FE6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487513-F698-E475-A09F-5DDAFB2CD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FA325-696A-48E2-808E-471C768EAC5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957FFF-AEDB-5D34-3EC3-18C47FFAA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5AF8A5-3FE3-9EF1-81EB-55A96F860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56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738A9-D685-1AA8-F99F-9E52513E5C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Weekly Meeting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708C28-1DBC-1BCB-ACE9-1D7B99766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25.08.15</a:t>
            </a:r>
          </a:p>
          <a:p>
            <a:r>
              <a:rPr lang="en-US" altLang="ko-KR" dirty="0"/>
              <a:t>Geon Lee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2999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516078-62C4-BA18-E7E3-54B3EC83F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Alpha-value</a:t>
            </a:r>
            <a:r>
              <a:rPr lang="ko-KR" altLang="en-US" dirty="0"/>
              <a:t> </a:t>
            </a:r>
            <a:r>
              <a:rPr lang="en-US" altLang="ko-KR" dirty="0"/>
              <a:t>tuning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AEC895-CDC8-D10E-F22C-86642C7D2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Generate w. trained MLP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 err="1"/>
              <a:t>s</a:t>
            </a:r>
            <a:r>
              <a:rPr lang="en-US" altLang="ko-KR" baseline="-25000" dirty="0" err="1"/>
              <a:t>i</a:t>
            </a:r>
            <a:r>
              <a:rPr lang="en-US" altLang="ko-KR" dirty="0"/>
              <a:t>: MLP output from last hidden layer &amp; next-token embedding</a:t>
            </a:r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Using the original model</a:t>
            </a:r>
          </a:p>
          <a:p>
            <a:pPr lvl="1"/>
            <a:r>
              <a:rPr lang="en-US" altLang="ko-KR" dirty="0"/>
              <a:t>8192 </a:t>
            </a:r>
            <a:r>
              <a:rPr lang="en-US" altLang="ko-KR" dirty="0">
                <a:sym typeface="Wingdings" panose="05000000000000000000" pitchFamily="2" charset="2"/>
              </a:rPr>
              <a:t> 8  1</a:t>
            </a:r>
          </a:p>
          <a:p>
            <a:pPr lvl="1"/>
            <a:r>
              <a:rPr lang="en-US" altLang="ko-KR" dirty="0"/>
              <a:t>Dataset: alpaca eval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87A721-C35B-73C6-8911-B6F60A973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261" y="2206943"/>
            <a:ext cx="3067478" cy="38105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FFEB14F-788E-4EEF-EBDC-48E7B5225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156" y="2588261"/>
            <a:ext cx="2419688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861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A7D9B-9A5E-9606-C6DF-85C86475B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6E647A-C96D-794C-4AE7-6DF80E5D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Alpha-value</a:t>
            </a:r>
            <a:r>
              <a:rPr lang="ko-KR" altLang="en-US" dirty="0"/>
              <a:t> </a:t>
            </a:r>
            <a:r>
              <a:rPr lang="en-US" altLang="ko-KR" dirty="0"/>
              <a:t>tuning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C597597-3669-E0CE-0623-02E0AD1347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Alpha value:</a:t>
                </a:r>
              </a:p>
              <a:p>
                <a:pPr lvl="1"/>
                <a:r>
                  <a:rPr lang="el-GR" altLang="ko-KR" dirty="0"/>
                  <a:t>α</a:t>
                </a:r>
                <a:r>
                  <a:rPr lang="ko-KR" altLang="en-US" dirty="0"/>
                  <a:t>≈</a:t>
                </a:r>
                <a:r>
                  <a:rPr lang="en-US" altLang="ko-KR" dirty="0"/>
                  <a:t>1: No significant difference from baseline</a:t>
                </a:r>
              </a:p>
              <a:p>
                <a:pPr lvl="1"/>
                <a:r>
                  <a:rPr lang="el-GR" altLang="ko-KR" dirty="0"/>
                  <a:t>α</a:t>
                </a:r>
                <a:r>
                  <a:rPr lang="ko-KR" altLang="en-US" dirty="0"/>
                  <a:t>≥</a:t>
                </a:r>
                <a:r>
                  <a:rPr lang="en-US" altLang="ko-KR" dirty="0"/>
                  <a:t>10: Significant change</a:t>
                </a:r>
              </a:p>
              <a:p>
                <a:pPr lvl="1"/>
                <a:r>
                  <a:rPr lang="el-GR" altLang="ko-KR" dirty="0"/>
                  <a:t>α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</m:oMath>
                </a14:m>
                <a:r>
                  <a:rPr lang="en-US" altLang="ko-KR" dirty="0"/>
                  <a:t>10: Large α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</a:t>
                </a:r>
                <a:r>
                  <a:rPr lang="en-US" altLang="ko-KR" dirty="0"/>
                  <a:t>lower win rates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C597597-3669-E0CE-0623-02E0AD1347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출력 이미지">
            <a:extLst>
              <a:ext uri="{FF2B5EF4-FFF2-40B4-BE49-F238E27FC236}">
                <a16:creationId xmlns:a16="http://schemas.microsoft.com/office/drawing/2014/main" id="{D0271D1D-9313-0B94-1A49-81280F716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808" y="3862440"/>
            <a:ext cx="4520383" cy="29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471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3062B4-610E-529E-4CED-A3DDF7BC7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Dataset Expansion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E163B3-994E-9CBA-A8E7-8856A2B4D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Chatbot Arena</a:t>
            </a:r>
          </a:p>
          <a:p>
            <a:pPr lvl="1"/>
            <a:r>
              <a:rPr lang="en-US" altLang="ko-KR" dirty="0" err="1"/>
              <a:t>lmsys</a:t>
            </a:r>
            <a:r>
              <a:rPr lang="en-US" altLang="ko-KR" dirty="0"/>
              <a:t>/</a:t>
            </a:r>
            <a:r>
              <a:rPr lang="en-US" altLang="ko-KR" dirty="0" err="1"/>
              <a:t>chatbot_arena_conversations</a:t>
            </a:r>
            <a:endParaRPr lang="en-US" altLang="ko-KR" dirty="0"/>
          </a:p>
          <a:p>
            <a:pPr lvl="1"/>
            <a:r>
              <a:rPr lang="en-US" altLang="ko-KR" dirty="0"/>
              <a:t>Randomly sample 2000 queries</a:t>
            </a:r>
          </a:p>
          <a:p>
            <a:pPr lvl="2"/>
            <a:r>
              <a:rPr lang="en-US" altLang="ko-KR" dirty="0"/>
              <a:t>(only English, one-turn conversation)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Other candidates</a:t>
            </a:r>
          </a:p>
          <a:p>
            <a:pPr lvl="1"/>
            <a:r>
              <a:rPr lang="en-US" altLang="ko-KR" dirty="0"/>
              <a:t>Consider </a:t>
            </a:r>
            <a:r>
              <a:rPr lang="en-US" altLang="ko-KR" dirty="0" err="1"/>
              <a:t>OpenHermes</a:t>
            </a:r>
            <a:r>
              <a:rPr lang="en-US" altLang="ko-KR" dirty="0"/>
              <a:t> or others</a:t>
            </a:r>
          </a:p>
          <a:p>
            <a:pPr lvl="1"/>
            <a:r>
              <a:rPr lang="en-US" altLang="ko-KR" dirty="0"/>
              <a:t>Dataset contains a lot of noise</a:t>
            </a:r>
          </a:p>
          <a:p>
            <a:pPr lvl="1"/>
            <a:r>
              <a:rPr lang="en-US" altLang="ko-KR" dirty="0"/>
              <a:t>Not similar to </a:t>
            </a:r>
            <a:r>
              <a:rPr lang="en-US" altLang="ko-KR" dirty="0" err="1"/>
              <a:t>AlpacaEval</a:t>
            </a:r>
            <a:r>
              <a:rPr lang="en-US" altLang="ko-KR" dirty="0"/>
              <a:t> dataset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4183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E5AED-15A4-DC8B-5BF6-01E9B083D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C42B7-D277-C5B9-C7C2-3AE0B6093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Dataset Expansion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ED4756-8307-88B3-5D70-BD389E1F5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Chatbot arena:</a:t>
            </a:r>
          </a:p>
          <a:p>
            <a:pPr lvl="1"/>
            <a:r>
              <a:rPr lang="en-US" altLang="ko-KR" dirty="0"/>
              <a:t>3498 pair-wise dataset (Exclude cycles. i.e. a&gt;b&gt;c&gt;a)</a:t>
            </a:r>
          </a:p>
          <a:p>
            <a:pPr lvl="1"/>
            <a:r>
              <a:rPr lang="en-US" altLang="ko-KR" dirty="0"/>
              <a:t>3298 train / 200 valid / 283 test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Total (Alpaca eval + Chatbot arena):</a:t>
            </a:r>
          </a:p>
          <a:p>
            <a:pPr lvl="1"/>
            <a:r>
              <a:rPr lang="en-US" altLang="ko-KR" dirty="0"/>
              <a:t>4914 pair-wise dataset (2457 instruction)</a:t>
            </a:r>
          </a:p>
          <a:p>
            <a:pPr lvl="1"/>
            <a:r>
              <a:rPr lang="en-US" altLang="ko-KR" dirty="0"/>
              <a:t>4156 train / 484 valid / 484 test</a:t>
            </a:r>
          </a:p>
        </p:txBody>
      </p:sp>
    </p:spTree>
    <p:extLst>
      <p:ext uri="{BB962C8B-B14F-4D97-AF65-F5344CB8AC3E}">
        <p14:creationId xmlns:p14="http://schemas.microsoft.com/office/powerpoint/2010/main" val="4052537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B6AFF-DFC8-2C79-F98D-1A11E229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7CDD2-C80E-E34C-6BED-BB7D7B1AF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Dataset Expansion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56A481-1E2C-4107-8042-F96DC7CDE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Pair-wise test:</a:t>
            </a:r>
          </a:p>
          <a:p>
            <a:pPr lvl="1"/>
            <a:r>
              <a:rPr lang="en-US" altLang="ko-KR" dirty="0"/>
              <a:t>Generate: llama3.1, gpt-4o-mini (same setting as before)</a:t>
            </a:r>
          </a:p>
          <a:p>
            <a:pPr lvl="1"/>
            <a:r>
              <a:rPr lang="en-US" altLang="ko-KR" dirty="0"/>
              <a:t>Llama vs</a:t>
            </a:r>
            <a:r>
              <a:rPr lang="ko-KR" altLang="en-US" dirty="0"/>
              <a:t> </a:t>
            </a:r>
            <a:r>
              <a:rPr lang="en-US" altLang="ko-KR" dirty="0"/>
              <a:t>gpt win rate:</a:t>
            </a:r>
          </a:p>
          <a:p>
            <a:pPr lvl="2"/>
            <a:r>
              <a:rPr lang="en-US" altLang="ko-KR" dirty="0"/>
              <a:t>587:1412</a:t>
            </a:r>
          </a:p>
          <a:p>
            <a:pPr lvl="2"/>
            <a:r>
              <a:rPr lang="en-US" altLang="ko-KR" dirty="0"/>
              <a:t>572:1427</a:t>
            </a:r>
          </a:p>
          <a:p>
            <a:pPr lvl="2"/>
            <a:r>
              <a:rPr lang="en-US" altLang="ko-KR" dirty="0"/>
              <a:t>Detect preference bias (Include quality bias)</a:t>
            </a:r>
          </a:p>
          <a:p>
            <a:pPr lvl="1"/>
            <a:r>
              <a:rPr lang="en-US" altLang="ko-KR" dirty="0"/>
              <a:t>Llama vs Llama:</a:t>
            </a:r>
          </a:p>
          <a:p>
            <a:pPr lvl="2"/>
            <a:r>
              <a:rPr lang="en-US" altLang="ko-KR" dirty="0"/>
              <a:t>1021:978</a:t>
            </a:r>
          </a:p>
        </p:txBody>
      </p:sp>
    </p:spTree>
    <p:extLst>
      <p:ext uri="{BB962C8B-B14F-4D97-AF65-F5344CB8AC3E}">
        <p14:creationId xmlns:p14="http://schemas.microsoft.com/office/powerpoint/2010/main" val="1386289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CABFAE-AE8C-ABB4-C455-350A5F767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MLP train - 1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997972-AB90-2F30-E489-1DF347628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Hyper-Parameters</a:t>
            </a:r>
          </a:p>
          <a:p>
            <a:pPr lvl="1"/>
            <a:r>
              <a:rPr lang="en-US" altLang="ko-KR" dirty="0"/>
              <a:t>Optimizer: SGD</a:t>
            </a:r>
          </a:p>
          <a:p>
            <a:pPr lvl="1"/>
            <a:r>
              <a:rPr lang="en-US" altLang="ko-KR" dirty="0"/>
              <a:t>Momentum: 0.9</a:t>
            </a:r>
          </a:p>
          <a:p>
            <a:pPr lvl="1"/>
            <a:r>
              <a:rPr lang="en-US" altLang="ko-KR" dirty="0"/>
              <a:t>Learning rate: 1 × 10⁻⁴</a:t>
            </a:r>
          </a:p>
          <a:p>
            <a:pPr lvl="1"/>
            <a:r>
              <a:rPr lang="en-US" altLang="ko-KR" dirty="0"/>
              <a:t>Weight decay: 1 × 10⁻⁴</a:t>
            </a:r>
          </a:p>
          <a:p>
            <a:pPr lvl="1"/>
            <a:r>
              <a:rPr lang="en-US" altLang="ko-KR" dirty="0"/>
              <a:t>Epochs: 50</a:t>
            </a:r>
          </a:p>
          <a:p>
            <a:pPr lvl="1"/>
            <a:r>
              <a:rPr lang="en-US" altLang="ko-KR" dirty="0"/>
              <a:t>Dropout: 0.25</a:t>
            </a:r>
          </a:p>
          <a:p>
            <a:pPr lvl="1"/>
            <a:r>
              <a:rPr lang="en-US" altLang="ko-KR" dirty="0"/>
              <a:t>Hidden width: 8</a:t>
            </a:r>
          </a:p>
          <a:p>
            <a:endParaRPr lang="en-US" altLang="ko-KR" dirty="0"/>
          </a:p>
          <a:p>
            <a:r>
              <a:rPr lang="en-US" altLang="ko-KR" dirty="0"/>
              <a:t>Input dimension: 8192</a:t>
            </a:r>
          </a:p>
          <a:p>
            <a:pPr lvl="1"/>
            <a:r>
              <a:rPr lang="en-US" altLang="ko-KR" dirty="0"/>
              <a:t>(8192, 8) </a:t>
            </a:r>
            <a:r>
              <a:rPr lang="en-US" altLang="ko-KR" dirty="0">
                <a:sym typeface="Wingdings" panose="05000000000000000000" pitchFamily="2" charset="2"/>
              </a:rPr>
              <a:t> GELU  (8, 1)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974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5955F-1313-8A6A-42A7-FE53ADA51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DF05D-06F9-1A47-B036-D8A70B36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MLP train - 1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BEA47A-E572-766F-CD56-D17079E2C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Results</a:t>
            </a:r>
          </a:p>
          <a:p>
            <a:pPr lvl="1"/>
            <a:r>
              <a:rPr lang="en-US" altLang="ko-KR" dirty="0"/>
              <a:t>Improvement in accuracy</a:t>
            </a:r>
          </a:p>
          <a:p>
            <a:pPr lvl="1"/>
            <a:r>
              <a:rPr lang="en-US" altLang="ko-KR" dirty="0"/>
              <a:t>No dramatic performance improvement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107F70-1166-AEFD-65B3-51D8B0AF6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968" y="4669425"/>
            <a:ext cx="3467584" cy="647790"/>
          </a:xfrm>
          <a:prstGeom prst="rect">
            <a:avLst/>
          </a:prstGeom>
        </p:spPr>
      </p:pic>
      <p:pic>
        <p:nvPicPr>
          <p:cNvPr id="7" name="그림 6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3E72E3-C06A-D5DB-4498-3EE4344EC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320" y="3128640"/>
            <a:ext cx="4972480" cy="372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280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AD055-FC9C-CCAD-7090-0527C61C0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AFE46-0E9B-46F2-2F24-69D08AF4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MLP train - 2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F5F324-FDB3-A2A3-B8EB-3136B410A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Hyper-Parameters</a:t>
            </a:r>
          </a:p>
          <a:p>
            <a:pPr lvl="1"/>
            <a:r>
              <a:rPr lang="en-US" altLang="ko-KR" dirty="0"/>
              <a:t>Optimizer: SGD</a:t>
            </a:r>
          </a:p>
          <a:p>
            <a:pPr lvl="1"/>
            <a:r>
              <a:rPr lang="en-US" altLang="ko-KR" dirty="0"/>
              <a:t>Momentum: 0.9</a:t>
            </a:r>
          </a:p>
          <a:p>
            <a:pPr lvl="1"/>
            <a:r>
              <a:rPr lang="en-US" altLang="ko-KR" dirty="0"/>
              <a:t>Learning rate: 1 × 10⁻⁴</a:t>
            </a:r>
          </a:p>
          <a:p>
            <a:pPr lvl="1"/>
            <a:r>
              <a:rPr lang="en-US" altLang="ko-KR" dirty="0"/>
              <a:t>Weight decay: 1 × 10⁻⁴</a:t>
            </a:r>
          </a:p>
          <a:p>
            <a:pPr lvl="1"/>
            <a:r>
              <a:rPr lang="en-US" altLang="ko-KR" dirty="0"/>
              <a:t>Epochs: 50</a:t>
            </a:r>
          </a:p>
          <a:p>
            <a:pPr lvl="1"/>
            <a:r>
              <a:rPr lang="en-US" altLang="ko-KR" dirty="0"/>
              <a:t>Dropout: 0.2</a:t>
            </a:r>
          </a:p>
          <a:p>
            <a:pPr lvl="1"/>
            <a:r>
              <a:rPr lang="en-US" altLang="ko-KR" dirty="0"/>
              <a:t>Hidden width: 256 - 128</a:t>
            </a:r>
          </a:p>
          <a:p>
            <a:endParaRPr lang="en-US" altLang="ko-KR" dirty="0"/>
          </a:p>
          <a:p>
            <a:r>
              <a:rPr lang="en-US" altLang="ko-KR" dirty="0"/>
              <a:t>Input dimension: 8192</a:t>
            </a:r>
          </a:p>
          <a:p>
            <a:pPr lvl="1"/>
            <a:r>
              <a:rPr lang="en-US" altLang="ko-KR" dirty="0"/>
              <a:t>(8192, 256) </a:t>
            </a:r>
            <a:r>
              <a:rPr lang="en-US" altLang="ko-KR" dirty="0">
                <a:sym typeface="Wingdings" panose="05000000000000000000" pitchFamily="2" charset="2"/>
              </a:rPr>
              <a:t> GELU  (256, 128)  GELU  (128, 1)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3387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29915-5724-174C-A373-03B51BF72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78B4F0-B2BB-CFFF-7FBD-A41F7881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MLP train - 2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21B3DD-4612-0C09-7868-CBB8B1FFE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Results</a:t>
            </a:r>
          </a:p>
          <a:p>
            <a:pPr lvl="1"/>
            <a:r>
              <a:rPr lang="en-US" altLang="ko-KR" dirty="0"/>
              <a:t>Improvement in accuracy</a:t>
            </a:r>
          </a:p>
          <a:p>
            <a:pPr lvl="1"/>
            <a:r>
              <a:rPr lang="en-US" altLang="ko-KR" dirty="0"/>
              <a:t>No dramatic performance improvement</a:t>
            </a:r>
          </a:p>
          <a:p>
            <a:pPr lvl="1"/>
            <a:r>
              <a:rPr lang="en-US" altLang="ko-KR" dirty="0"/>
              <a:t>Parameter</a:t>
            </a:r>
            <a:r>
              <a:rPr lang="ko-KR" altLang="en-US" dirty="0"/>
              <a:t>↑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No change in accuracy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03AA19-1567-DE08-2876-EBF34724D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679" y="4693240"/>
            <a:ext cx="3496163" cy="600159"/>
          </a:xfrm>
          <a:prstGeom prst="rect">
            <a:avLst/>
          </a:prstGeom>
        </p:spPr>
      </p:pic>
      <p:pic>
        <p:nvPicPr>
          <p:cNvPr id="9" name="그림 8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197AAE-239D-7BBC-CEA7-D60ECDD9F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4160" y="3550192"/>
            <a:ext cx="4410411" cy="330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93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62F5E-873B-7485-2B13-F6DB415F3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54B6F0-68F3-402F-D3F3-792F6E896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Discussion &amp; TODO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8446F6-5084-0878-77A8-381DACB8A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Hyper parameter tuning</a:t>
            </a:r>
          </a:p>
          <a:p>
            <a:pPr lvl="1"/>
            <a:r>
              <a:rPr lang="en-US" altLang="ko-KR" dirty="0"/>
              <a:t>In progress</a:t>
            </a:r>
          </a:p>
          <a:p>
            <a:pPr lvl="1"/>
            <a:r>
              <a:rPr lang="en-US" altLang="ko-KR" dirty="0"/>
              <a:t>Increase layers &amp; width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Num of parameters </a:t>
            </a:r>
            <a:r>
              <a:rPr lang="ko-KR" altLang="en-US" dirty="0"/>
              <a:t>↔ </a:t>
            </a:r>
            <a:r>
              <a:rPr lang="en-US" altLang="ko-KR" dirty="0"/>
              <a:t>accuracy</a:t>
            </a:r>
          </a:p>
          <a:p>
            <a:pPr lvl="1"/>
            <a:r>
              <a:rPr lang="en-US" altLang="ko-KR" dirty="0"/>
              <a:t>Why performance is similar?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Num of train datasets </a:t>
            </a:r>
            <a:r>
              <a:rPr lang="ko-KR" altLang="en-US" dirty="0"/>
              <a:t>↔ </a:t>
            </a:r>
            <a:r>
              <a:rPr lang="en-US" altLang="ko-KR" dirty="0"/>
              <a:t>accuracy</a:t>
            </a:r>
          </a:p>
          <a:p>
            <a:pPr lvl="1"/>
            <a:r>
              <a:rPr lang="en-US" altLang="ko-KR" dirty="0"/>
              <a:t>Training dataset: nearly 4× larger</a:t>
            </a:r>
          </a:p>
          <a:p>
            <a:pPr lvl="1"/>
            <a:r>
              <a:rPr lang="en-US" altLang="ko-KR" dirty="0"/>
              <a:t>Why performance increases only slightly?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085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2433</TotalTime>
  <Words>384</Words>
  <Application>Microsoft Office PowerPoint</Application>
  <PresentationFormat>와이드스크린</PresentationFormat>
  <Paragraphs>89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Cambria Math</vt:lpstr>
      <vt:lpstr>Wingdings</vt:lpstr>
      <vt:lpstr>Office 테마</vt:lpstr>
      <vt:lpstr>Weekly Meeting</vt:lpstr>
      <vt:lpstr>Alpha-value tuning</vt:lpstr>
      <vt:lpstr>Alpha-value tuning</vt:lpstr>
      <vt:lpstr>Dataset Expansion</vt:lpstr>
      <vt:lpstr>Dataset Expansion</vt:lpstr>
      <vt:lpstr>Dataset Expansion</vt:lpstr>
      <vt:lpstr>MLP train - 1</vt:lpstr>
      <vt:lpstr>MLP train - 1</vt:lpstr>
      <vt:lpstr>MLP train - 2</vt:lpstr>
      <vt:lpstr>MLP train - 2</vt:lpstr>
      <vt:lpstr>Discussion &amp; 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이건</dc:creator>
  <cp:lastModifiedBy>이건</cp:lastModifiedBy>
  <cp:revision>59</cp:revision>
  <dcterms:created xsi:type="dcterms:W3CDTF">2025-06-26T16:03:04Z</dcterms:created>
  <dcterms:modified xsi:type="dcterms:W3CDTF">2025-08-14T20:31:46Z</dcterms:modified>
</cp:coreProperties>
</file>