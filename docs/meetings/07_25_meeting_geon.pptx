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2" r:id="rId3"/>
    <p:sldId id="291" r:id="rId4"/>
    <p:sldId id="292" r:id="rId5"/>
    <p:sldId id="293" r:id="rId6"/>
    <p:sldId id="287" r:id="rId7"/>
    <p:sldId id="288" r:id="rId8"/>
    <p:sldId id="285" r:id="rId9"/>
    <p:sldId id="289" r:id="rId10"/>
    <p:sldId id="286" r:id="rId11"/>
    <p:sldId id="29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C7D9B-E924-4A95-A6FF-6E00A8D60F6F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5775D-1477-42BE-8059-339070114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705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5775D-1477-42BE-8059-339070114A7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727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9E2D4-3799-8446-C11B-DD8C69BC9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9718CA-CA72-F865-D388-C94F0AF41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A4ACD5-6768-9A7E-D09B-54BA683B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2967F6-FC42-F836-DB48-F8651E6E0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8C7709-CBF2-17B4-1972-335D4CC0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30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DC200-988F-06F6-0BB2-DD7407438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B6DA67-F866-FCFE-5210-DF9B44426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E6C79B-D209-B327-F125-F29E0C9A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D492DE-2C54-916A-8B4B-8C753888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2AF06B-326E-27F9-6DCA-F353FAB4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393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DE522-0032-2DE7-FFBE-874986F8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4F144-BD17-9790-F053-4AA5BFF7E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B6A44-3421-8A7A-E1FE-1580E88B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85004A-1570-F75F-724A-E7DFB202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F84123-6CAB-47BE-1693-9B6FE91A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32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AEFF6-A3FC-B776-5F8D-82B282E5D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3F46D8-7BB4-DC26-6D45-32CC146B2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CB7BF0-5C89-B9B2-984B-A2E28BC2D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E3B1C5-0460-E01D-0571-6ADB87AD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7EBC8D-EA72-B88B-D662-ADFA2711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AF61A1-F746-2684-3E75-AA5D9B56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72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F158F-7C44-5504-DEAF-29F240D4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589099-AA58-49C5-2AC1-139EBD1C3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DB604F-3900-F9DA-4480-C9FC31DAA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BB3539-C513-272F-9D98-671B16909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D6872E-0E38-C2D4-AC3C-1865D33D9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201F8D-A6F6-F892-F155-40B64FC9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226E72-4853-7FBE-4C01-06251879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AE323-2C16-7731-DAF2-A492C1DE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97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24CAB-F2CB-A160-A3D6-632E7B5D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97E10E-7E5C-E7C0-17B5-6BB6A883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1C545C-FCF3-9CE0-351F-AA1BA0692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C7640A-1186-67D0-4F90-A79023EE0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7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6BD943-3CCD-C33E-1CAE-E04DA38E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B53836-5E94-D35F-5DB6-F2C34F89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8A5F50-BCE8-3DC4-C44B-1CD070FF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48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8176E-AEE9-AA3A-B360-07D582500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33E146-851A-B250-E129-E5062338D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BC8337-1683-72BA-702B-8E1EEEF65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3EFA3A-AD30-F09D-2C0E-21BA60B2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017489-798A-8DA7-766C-4B6DC349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7E297D-AA6A-0DAA-AB02-12A172DE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76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E63A8-740C-5FE7-FA44-B650CED4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7E5877-0F7C-750E-B416-0FA3F0503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A9DBAE-4D99-1ABF-955D-BD6F35B8F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544E31-1EF2-9A5B-A008-C98742A2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18FF2F-D03C-A8C8-32C7-2BA261E8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0D56E4-DFAF-E529-5902-45DC399B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77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B365D-DEEB-FF48-15B5-75AABF80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7EEBB2-2B6D-6897-BDB4-AC45CE17C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5A4C04-CC3E-F929-3F5B-8B4A6C9E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4D9D0-A5B4-4660-3C44-EE80A545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BA962-A5BD-44D1-B9F6-A6152529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930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3180A5-77CD-9351-C55F-B1568DCB3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014B06-9952-F68D-5005-DC9CE9199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81C56-0C38-562A-6A76-CDC48937F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2F73F4-EE93-549B-3BC1-BB0AB3EB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A9684-A54D-82CE-0705-58C0DB13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57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59C8442-983A-340A-7304-4A797A22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3C7A4A-0A59-2125-8A88-028F82FE6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487513-F698-E475-A09F-5DDAFB2CD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FA325-696A-48E2-808E-471C768EAC5E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957FFF-AEDB-5D34-3EC3-18C47FFAA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5AF8A5-3FE3-9EF1-81EB-55A96F860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6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html/2403.17710v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507.08794?utm_source=substack&amp;utm_medium=emai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738A9-D685-1AA8-F99F-9E52513E5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Weekly Meeting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708C28-1DBC-1BCB-ACE9-1D7B99766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25.07.25</a:t>
            </a:r>
          </a:p>
          <a:p>
            <a:r>
              <a:rPr lang="en-US" altLang="ko-KR" dirty="0"/>
              <a:t>Geon Lee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299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69008-1774-1044-AA49-49F166691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D7177-A107-BAAA-D59A-4D1E8E6D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Paper 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EB2730-20C1-9F4C-3883-E71C909C6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Shi et al., </a:t>
            </a:r>
            <a:r>
              <a:rPr lang="en-US" altLang="ko-KR" sz="2000" i="1" dirty="0"/>
              <a:t>Optimization‑based Prompt Injection Attack to LLM‑as‑a‑Judge</a:t>
            </a:r>
          </a:p>
          <a:p>
            <a:r>
              <a:rPr lang="en-US" altLang="ko-KR" sz="2000" dirty="0">
                <a:hlinkClick r:id="rId2"/>
              </a:rPr>
              <a:t>https://arxiv.org/html/2403.17710v2</a:t>
            </a:r>
            <a:endParaRPr lang="en-US" altLang="ko-KR" sz="2000" dirty="0"/>
          </a:p>
          <a:p>
            <a:endParaRPr lang="en-US" altLang="ko-KR" dirty="0"/>
          </a:p>
          <a:p>
            <a:r>
              <a:rPr lang="ko-KR" altLang="en-US" dirty="0"/>
              <a:t>최종 판정 토큰을 </a:t>
            </a:r>
            <a:r>
              <a:rPr lang="en-US" altLang="ko-KR" dirty="0"/>
              <a:t>"Output (t) is better.“ </a:t>
            </a:r>
            <a:r>
              <a:rPr lang="ko-KR" altLang="en-US" dirty="0"/>
              <a:t>으로</a:t>
            </a:r>
            <a:r>
              <a:rPr lang="en-US" altLang="ko-KR" dirty="0"/>
              <a:t> </a:t>
            </a:r>
            <a:r>
              <a:rPr lang="ko-KR" altLang="en-US" dirty="0"/>
              <a:t>유도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EE740B9-27E7-2626-A4E0-024EC11C1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824287"/>
              </p:ext>
            </p:extLst>
          </p:nvPr>
        </p:nvGraphicFramePr>
        <p:xfrm>
          <a:off x="1467164" y="4073722"/>
          <a:ext cx="92576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520">
                  <a:extLst>
                    <a:ext uri="{9D8B030D-6E8A-4147-A177-3AD203B41FA5}">
                      <a16:colId xmlns:a16="http://schemas.microsoft.com/office/drawing/2014/main" val="763555255"/>
                    </a:ext>
                  </a:extLst>
                </a:gridCol>
                <a:gridCol w="6799152">
                  <a:extLst>
                    <a:ext uri="{9D8B030D-6E8A-4147-A177-3AD203B41FA5}">
                      <a16:colId xmlns:a16="http://schemas.microsoft.com/office/drawing/2014/main" val="1431914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Loss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Method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05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Target‑Aligned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로그</a:t>
                      </a:r>
                      <a:r>
                        <a:rPr lang="en-US" altLang="ko-KR" b="0" dirty="0"/>
                        <a:t>‑</a:t>
                      </a:r>
                      <a:r>
                        <a:rPr lang="ko-KR" altLang="en-US" b="0" dirty="0"/>
                        <a:t>확률 </a:t>
                      </a:r>
                      <a:r>
                        <a:rPr lang="en-US" altLang="ko-KR" b="0" dirty="0"/>
                        <a:t>p( "Output (t) is better." | prompt + </a:t>
                      </a:r>
                      <a:r>
                        <a:rPr lang="el-GR" altLang="ko-KR" b="0" dirty="0"/>
                        <a:t>δ ) </a:t>
                      </a:r>
                      <a:r>
                        <a:rPr lang="ko-KR" altLang="en-US" b="0" dirty="0"/>
                        <a:t>를 최대화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339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Target‑Enhancement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다른 </a:t>
                      </a:r>
                      <a:r>
                        <a:rPr lang="en-US" altLang="ko-KR" b="0" dirty="0"/>
                        <a:t>index </a:t>
                      </a:r>
                      <a:r>
                        <a:rPr lang="ko-KR" altLang="en-US" b="0" dirty="0"/>
                        <a:t>토큰들의 확률을 상대적으로 낮춤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659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Adversarial Perplexity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전체 </a:t>
                      </a:r>
                      <a:r>
                        <a:rPr lang="en-US" altLang="ko-KR" b="0" dirty="0"/>
                        <a:t>PPL</a:t>
                      </a:r>
                      <a:r>
                        <a:rPr lang="ko-KR" altLang="en-US" b="0" dirty="0"/>
                        <a:t>을 낮춰 </a:t>
                      </a:r>
                      <a:r>
                        <a:rPr lang="en-US" altLang="ko-KR" b="0" dirty="0"/>
                        <a:t>PPL‑based </a:t>
                      </a:r>
                      <a:r>
                        <a:rPr lang="ko-KR" altLang="en-US" b="0" dirty="0"/>
                        <a:t>필터를 우회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30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314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D234-65E5-4156-204C-C7C7D006A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88679-F2D9-EE69-A4E4-3F1D1DDF3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Paper 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E0B5AB-8B13-811E-9E04-2E362B15A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Zhao et al., </a:t>
            </a:r>
            <a:r>
              <a:rPr lang="en-US" altLang="ko-KR" sz="2000" i="1" dirty="0"/>
              <a:t>One Token to Fool LLM‑as‑a‑Judge</a:t>
            </a:r>
            <a:r>
              <a:rPr lang="en-US" altLang="ko-KR" sz="2000" dirty="0"/>
              <a:t>,</a:t>
            </a:r>
          </a:p>
          <a:p>
            <a:r>
              <a:rPr lang="en-US" altLang="ko-KR" sz="2000" dirty="0">
                <a:hlinkClick r:id="rId2"/>
              </a:rPr>
              <a:t>https://arxiv.org/abs/2507.08794</a:t>
            </a:r>
            <a:endParaRPr lang="en-US" altLang="ko-KR" sz="2000" dirty="0"/>
          </a:p>
          <a:p>
            <a:endParaRPr lang="en-US" altLang="ko-KR" dirty="0"/>
          </a:p>
          <a:p>
            <a:r>
              <a:rPr lang="en-US" altLang="ko-KR" dirty="0"/>
              <a:t>Attack Method</a:t>
            </a:r>
          </a:p>
          <a:p>
            <a:pPr lvl="1"/>
            <a:r>
              <a:rPr lang="ko-KR" altLang="en-US" dirty="0" err="1"/>
              <a:t>비단어</a:t>
            </a:r>
            <a:r>
              <a:rPr lang="ko-KR" altLang="en-US" dirty="0"/>
              <a:t> 기호 </a:t>
            </a:r>
            <a:r>
              <a:rPr lang="en-US" altLang="ko-KR" dirty="0"/>
              <a:t>(space, period, comma, colon)</a:t>
            </a:r>
          </a:p>
          <a:p>
            <a:pPr lvl="1"/>
            <a:r>
              <a:rPr lang="ko-KR" altLang="en-US" dirty="0"/>
              <a:t>추론 오프너 “</a:t>
            </a:r>
            <a:r>
              <a:rPr lang="en-US" altLang="ko-KR" dirty="0"/>
              <a:t>Solution”, “Thought process:”, “Let’s solve this problem step by step.”</a:t>
            </a:r>
          </a:p>
        </p:txBody>
      </p:sp>
    </p:spTree>
    <p:extLst>
      <p:ext uri="{BB962C8B-B14F-4D97-AF65-F5344CB8AC3E}">
        <p14:creationId xmlns:p14="http://schemas.microsoft.com/office/powerpoint/2010/main" val="389125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AB719-2304-97EA-3254-CA92C3129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08EEF-7AD7-FC57-0A7B-89BAB505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Paper 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404A8B-7E1E-9AE5-1105-CF8DBF48F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Results</a:t>
            </a:r>
          </a:p>
          <a:p>
            <a:pPr lvl="1"/>
            <a:r>
              <a:rPr lang="en-US" altLang="ko-KR" dirty="0"/>
              <a:t>FPR ≤ 80 %</a:t>
            </a:r>
          </a:p>
          <a:p>
            <a:pPr lvl="1"/>
            <a:r>
              <a:rPr lang="en-US" altLang="ko-KR" dirty="0"/>
              <a:t>Qwen2.5 7–14 B</a:t>
            </a:r>
            <a:r>
              <a:rPr lang="ko-KR" altLang="en-US" dirty="0"/>
              <a:t>가 가장 안전</a:t>
            </a:r>
            <a:r>
              <a:rPr lang="en-US" altLang="ko-KR" dirty="0"/>
              <a:t>, 1.5–3 B</a:t>
            </a:r>
            <a:r>
              <a:rPr lang="ko-KR" altLang="en-US" dirty="0"/>
              <a:t>와 </a:t>
            </a:r>
            <a:r>
              <a:rPr lang="en-US" altLang="ko-KR" dirty="0"/>
              <a:t>72 B</a:t>
            </a:r>
            <a:r>
              <a:rPr lang="ko-KR" altLang="en-US" dirty="0"/>
              <a:t>에서 </a:t>
            </a:r>
            <a:r>
              <a:rPr lang="en-US" altLang="ko-KR" dirty="0"/>
              <a:t>FPR </a:t>
            </a:r>
            <a:r>
              <a:rPr lang="ko-KR" altLang="en-US" dirty="0"/>
              <a:t>증가</a:t>
            </a:r>
            <a:endParaRPr lang="en-US" altLang="ko-KR" dirty="0"/>
          </a:p>
          <a:p>
            <a:pPr lvl="1"/>
            <a:r>
              <a:rPr lang="ko-KR" altLang="en-US" dirty="0"/>
              <a:t>공격이 정책 응답 길이를 </a:t>
            </a:r>
            <a:r>
              <a:rPr lang="en-US" altLang="ko-KR" dirty="0"/>
              <a:t>30 </a:t>
            </a:r>
            <a:r>
              <a:rPr lang="en-US" altLang="ko-KR" dirty="0" err="1"/>
              <a:t>tok</a:t>
            </a:r>
            <a:r>
              <a:rPr lang="en-US" altLang="ko-KR" dirty="0"/>
              <a:t>↓</a:t>
            </a:r>
            <a:r>
              <a:rPr lang="ko-KR" altLang="en-US" dirty="0"/>
              <a:t>로 만들고 </a:t>
            </a:r>
            <a:r>
              <a:rPr lang="en-US" altLang="ko-KR" dirty="0"/>
              <a:t>KL divergence </a:t>
            </a:r>
            <a:r>
              <a:rPr lang="ko-KR" altLang="en-US" dirty="0"/>
              <a:t>증가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Not focusing on perplexity</a:t>
            </a:r>
          </a:p>
        </p:txBody>
      </p:sp>
    </p:spTree>
    <p:extLst>
      <p:ext uri="{BB962C8B-B14F-4D97-AF65-F5344CB8AC3E}">
        <p14:creationId xmlns:p14="http://schemas.microsoft.com/office/powerpoint/2010/main" val="1387966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D41E94-9412-37CD-5531-DFDBF402C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0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611D38-70F8-EFAB-84F4-FAF884392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Control Group</a:t>
            </a:r>
          </a:p>
          <a:p>
            <a:pPr lvl="1"/>
            <a:r>
              <a:rPr lang="en-US" altLang="ko-KR" dirty="0"/>
              <a:t>Model: meta-llama/Llama-3.1-8B-Instruct</a:t>
            </a:r>
          </a:p>
          <a:p>
            <a:pPr lvl="1"/>
            <a:r>
              <a:rPr lang="en-US" altLang="ko-KR" dirty="0"/>
              <a:t>Generate by greedy decoding</a:t>
            </a:r>
          </a:p>
          <a:p>
            <a:pPr lvl="1"/>
            <a:r>
              <a:rPr lang="en-US" altLang="ko-KR" dirty="0"/>
              <a:t>Mean perplexity: 1.55</a:t>
            </a:r>
          </a:p>
          <a:p>
            <a:pPr lvl="1"/>
            <a:r>
              <a:rPr lang="en-US" altLang="ko-KR" dirty="0"/>
              <a:t>Win rate: 66.1% (pair wise test with example output)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3712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6429C-E65D-22DC-0716-C1501B105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857B7-9D10-A2EE-2DA9-932944E47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058AB5-D6AF-17E7-8D74-4A0848401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</a:p>
          <a:p>
            <a:pPr lvl="1"/>
            <a:r>
              <a:rPr lang="en-US" altLang="ko-KR" dirty="0"/>
              <a:t>Alpaca Eval dataset (100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Minimize</a:t>
            </a:r>
            <a:r>
              <a:rPr lang="ko-KR" altLang="en-US" dirty="0"/>
              <a:t> </a:t>
            </a:r>
            <a:r>
              <a:rPr lang="en-US" altLang="ko-KR" dirty="0"/>
              <a:t>mean perplexity</a:t>
            </a:r>
          </a:p>
          <a:p>
            <a:pPr lvl="1"/>
            <a:r>
              <a:rPr lang="en-US" altLang="ko-KR" dirty="0"/>
              <a:t>Get universal response across all cases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Algorithm</a:t>
            </a:r>
          </a:p>
          <a:p>
            <a:pPr lvl="1"/>
            <a:r>
              <a:rPr lang="en-US" altLang="ko-KR" dirty="0"/>
              <a:t>Beam Search</a:t>
            </a:r>
          </a:p>
          <a:p>
            <a:pPr lvl="2"/>
            <a:r>
              <a:rPr lang="en-US" altLang="ko-KR" dirty="0"/>
              <a:t>Token length  = 80</a:t>
            </a:r>
          </a:p>
          <a:p>
            <a:pPr lvl="2"/>
            <a:r>
              <a:rPr lang="en-US" altLang="ko-KR" dirty="0"/>
              <a:t>Beam = 128</a:t>
            </a:r>
          </a:p>
          <a:p>
            <a:pPr lvl="2"/>
            <a:r>
              <a:rPr lang="en-US" altLang="ko-KR" dirty="0"/>
              <a:t>Top k = 128</a:t>
            </a:r>
          </a:p>
        </p:txBody>
      </p:sp>
    </p:spTree>
    <p:extLst>
      <p:ext uri="{BB962C8B-B14F-4D97-AF65-F5344CB8AC3E}">
        <p14:creationId xmlns:p14="http://schemas.microsoft.com/office/powerpoint/2010/main" val="1071982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F3BBC-551D-B493-226F-984114D4C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9AF10F-A0D5-2019-F117-00FF71E92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</a:p>
          <a:p>
            <a:pPr lvl="1"/>
            <a:r>
              <a:rPr lang="en-US" altLang="ko-KR" dirty="0"/>
              <a:t>Mean perplexity: 6.05</a:t>
            </a:r>
          </a:p>
          <a:p>
            <a:pPr lvl="1"/>
            <a:r>
              <a:rPr lang="en-US" altLang="ko-KR" dirty="0"/>
              <a:t>Control group: 1.55 (just generate greedy decoding)</a:t>
            </a:r>
          </a:p>
          <a:p>
            <a:pPr lvl="1"/>
            <a:r>
              <a:rPr lang="en-US" altLang="ko-KR" dirty="0"/>
              <a:t>Win rate: 0</a:t>
            </a:r>
          </a:p>
          <a:p>
            <a:pPr lvl="2"/>
            <a:r>
              <a:rPr lang="en-US" altLang="ko-KR" dirty="0"/>
              <a:t>Related work: win rate </a:t>
            </a:r>
            <a:r>
              <a:rPr lang="en-US" altLang="ko-KR" dirty="0">
                <a:sym typeface="Wingdings" panose="05000000000000000000" pitchFamily="2" charset="2"/>
              </a:rPr>
              <a:t></a:t>
            </a:r>
            <a:r>
              <a:rPr lang="en-US" altLang="ko-KR" dirty="0"/>
              <a:t> perplexity correlation is based on quality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Raw data</a:t>
            </a:r>
          </a:p>
          <a:p>
            <a:pPr lvl="1"/>
            <a:r>
              <a:rPr lang="en-US" altLang="ko-KR" sz="1500" dirty="0"/>
              <a:t>“def </a:t>
            </a:r>
            <a:r>
              <a:rPr lang="en-US" altLang="ko-KR" sz="1500" dirty="0" err="1"/>
              <a:t>is_prime</a:t>
            </a:r>
            <a:r>
              <a:rPr lang="en-US" altLang="ko-KR" sz="1500" dirty="0"/>
              <a:t>(n):\n    \"\"\"Check if a number is prime.\"\"\"\n    if n &lt;= 1:\n        return False\n    if n &lt;= 3:\n        return True\n    if n % 2 == 0 or n % 3 == 0:\n        return False\n   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 = 5\n    while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 *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 &lt;= n:\n        if n %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 == 0”</a:t>
            </a:r>
          </a:p>
        </p:txBody>
      </p:sp>
    </p:spTree>
    <p:extLst>
      <p:ext uri="{BB962C8B-B14F-4D97-AF65-F5344CB8AC3E}">
        <p14:creationId xmlns:p14="http://schemas.microsoft.com/office/powerpoint/2010/main" val="2092330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643CB-C317-64DF-F70F-4EDA58F0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E8A46-0402-7F61-EE43-1E01A8921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71D932-7B10-86E0-13EE-F86F972F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</a:p>
          <a:p>
            <a:pPr lvl="1"/>
            <a:r>
              <a:rPr lang="en-US" altLang="ko-KR" dirty="0"/>
              <a:t>Alpaca Eval dataset (100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Minimize mean perplexity</a:t>
            </a:r>
          </a:p>
          <a:p>
            <a:pPr lvl="1"/>
            <a:r>
              <a:rPr lang="en-US" altLang="ko-KR" dirty="0"/>
              <a:t>Get a universal suffix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Minimize perplexity for each response</a:t>
            </a:r>
          </a:p>
          <a:p>
            <a:pPr lvl="1"/>
            <a:r>
              <a:rPr lang="en-US" altLang="ko-KR" dirty="0"/>
              <a:t>Get a local prefix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Algorithm</a:t>
            </a:r>
          </a:p>
          <a:p>
            <a:pPr lvl="1"/>
            <a:r>
              <a:rPr lang="en-US" altLang="ko-KR" dirty="0"/>
              <a:t>Greedy Top‑K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29822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F95CB-590C-8EA0-10BA-CAFD55E0B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AE5D7-B8AB-EB08-9337-D9C66FE7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108D83-A187-7E11-C6AD-9774A6BD7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</a:p>
          <a:p>
            <a:pPr lvl="1"/>
            <a:r>
              <a:rPr lang="en-US" altLang="ko-KR" dirty="0"/>
              <a:t>No modification at suffix</a:t>
            </a:r>
          </a:p>
          <a:p>
            <a:pPr lvl="1"/>
            <a:r>
              <a:rPr lang="en-US" altLang="ko-KR" dirty="0"/>
              <a:t>Small modification at prefix (2 modify / 100 QA set)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8306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E4536-80C8-5B51-B269-1DEEA14EF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F2032-06B3-1EB1-B914-46A024375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8972B-9859-61B4-B230-7E3F04205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</a:p>
          <a:p>
            <a:pPr lvl="1"/>
            <a:r>
              <a:rPr lang="en-US" altLang="ko-KR" dirty="0"/>
              <a:t>Alpaca Eval dataset (100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Minimize perplexity for each response</a:t>
            </a:r>
          </a:p>
          <a:p>
            <a:pPr lvl="1"/>
            <a:r>
              <a:rPr lang="en-US" altLang="ko-KR" dirty="0"/>
              <a:t>Get local response across all cases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Algorithm</a:t>
            </a:r>
          </a:p>
          <a:p>
            <a:pPr lvl="1"/>
            <a:r>
              <a:rPr lang="en-US" altLang="ko-KR" dirty="0"/>
              <a:t>Beam Search</a:t>
            </a:r>
          </a:p>
          <a:p>
            <a:pPr lvl="2"/>
            <a:r>
              <a:rPr lang="en-US" altLang="ko-KR" dirty="0"/>
              <a:t>Token length  = 80</a:t>
            </a:r>
          </a:p>
          <a:p>
            <a:pPr lvl="2"/>
            <a:r>
              <a:rPr lang="en-US" altLang="ko-KR" dirty="0"/>
              <a:t>Beam = 128</a:t>
            </a:r>
          </a:p>
          <a:p>
            <a:pPr lvl="2"/>
            <a:r>
              <a:rPr lang="en-US" altLang="ko-KR" dirty="0"/>
              <a:t>Top k = 128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99672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AC1AB-8C96-AEEC-F8C4-B47B05B3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5AB64-6EA7-4523-2A35-E0854EDF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C3AAAAC-8008-91C3-104C-6C3289A3A2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Results</a:t>
                </a:r>
              </a:p>
              <a:p>
                <a:pPr lvl="1"/>
                <a:r>
                  <a:rPr lang="en-US" altLang="ko-KR" dirty="0"/>
                  <a:t>Each perplexity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1.002</a:t>
                </a:r>
              </a:p>
              <a:p>
                <a:pPr lvl="1"/>
                <a:r>
                  <a:rPr lang="en-US" altLang="ko-KR" dirty="0"/>
                  <a:t>Control group: 1.55</a:t>
                </a:r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C3AAAAC-8008-91C3-104C-6C3289A3A2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B22D9D-77FB-97FD-320A-DD5B67FFDD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42825"/>
            <a:ext cx="4396520" cy="25335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9BC97D-98ED-9520-0AEF-19A5DF83A0EC}"/>
              </a:ext>
            </a:extLst>
          </p:cNvPr>
          <p:cNvSpPr txBox="1"/>
          <p:nvPr/>
        </p:nvSpPr>
        <p:spPr>
          <a:xfrm>
            <a:off x="2073696" y="3038556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Llama3.1-8B-Inst</a:t>
            </a:r>
            <a:endParaRPr lang="ko-KR" altLang="en-US" dirty="0"/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7F8B68-B5CF-8B2D-81EB-6BD4E9E9A7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188" y="3542826"/>
            <a:ext cx="4396520" cy="25335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78C157-EA6E-F882-D745-93A77D4DC5DD}"/>
              </a:ext>
            </a:extLst>
          </p:cNvPr>
          <p:cNvSpPr txBox="1"/>
          <p:nvPr/>
        </p:nvSpPr>
        <p:spPr>
          <a:xfrm>
            <a:off x="7870479" y="3012540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GPT-4o-mini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312385-8C79-B540-F248-3E4AA0406A22}"/>
              </a:ext>
            </a:extLst>
          </p:cNvPr>
          <p:cNvSpPr txBox="1"/>
          <p:nvPr/>
        </p:nvSpPr>
        <p:spPr>
          <a:xfrm>
            <a:off x="838200" y="5955277"/>
            <a:ext cx="508427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*Base: given in dataset</a:t>
            </a:r>
          </a:p>
          <a:p>
            <a:r>
              <a:rPr lang="en-US" altLang="ko-KR" sz="1500" dirty="0"/>
              <a:t> Gold: greedy decoding</a:t>
            </a:r>
          </a:p>
          <a:p>
            <a:r>
              <a:rPr lang="en-US" altLang="ko-KR" sz="1500" dirty="0"/>
              <a:t> Perplex: perplexity minimize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964053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1562</TotalTime>
  <Words>464</Words>
  <Application>Microsoft Office PowerPoint</Application>
  <PresentationFormat>와이드스크린</PresentationFormat>
  <Paragraphs>93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Cambria Math</vt:lpstr>
      <vt:lpstr>Wingdings</vt:lpstr>
      <vt:lpstr>Office 테마</vt:lpstr>
      <vt:lpstr>Weekly Meeting</vt:lpstr>
      <vt:lpstr>Paper review</vt:lpstr>
      <vt:lpstr>Paper review</vt:lpstr>
      <vt:lpstr>Paper review</vt:lpstr>
      <vt:lpstr>Experiment 0</vt:lpstr>
      <vt:lpstr>Experiment 1</vt:lpstr>
      <vt:lpstr>Experiment 1</vt:lpstr>
      <vt:lpstr>Experiment 2</vt:lpstr>
      <vt:lpstr>Experiment 2</vt:lpstr>
      <vt:lpstr>Experiment 3</vt:lpstr>
      <vt:lpstr>Experiment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이건</dc:creator>
  <cp:lastModifiedBy>이건</cp:lastModifiedBy>
  <cp:revision>39</cp:revision>
  <dcterms:created xsi:type="dcterms:W3CDTF">2025-06-26T16:03:04Z</dcterms:created>
  <dcterms:modified xsi:type="dcterms:W3CDTF">2025-07-24T17:44:53Z</dcterms:modified>
</cp:coreProperties>
</file>